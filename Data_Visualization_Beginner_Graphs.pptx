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wide_infographic_slide_style_image_with_a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9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olorful_educational_infographic_poster_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9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olorful_infographic_poster_slide_about_line_c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9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bright_infographic_tutorial_slide_with_multi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9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olorful_educational_infographic_slide_in_a_r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9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olorful_infographic_teaching_slide_about_box_p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9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educational_infographic_image_with_multip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9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Krishna Vejju</cp:lastModifiedBy>
  <cp:revision>2</cp:revision>
  <dcterms:created xsi:type="dcterms:W3CDTF">2013-01-27T09:14:16Z</dcterms:created>
  <dcterms:modified xsi:type="dcterms:W3CDTF">2026-10-02T07:52:08Z</dcterms:modified>
  <cp:category/>
</cp:coreProperties>
</file>