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What is Pandas?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The Python library we use to work with table-like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import pandas as pd
# pd is a short name for pandas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Reads CSV/Excel-like tabular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Stores data in a DataFrame (rows + columns).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Helps us inspect, clean, filter, group and summarize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39896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We use these steps before creating graphs or training ML models.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2/20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Read a CSV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Load your sales_data.csv into a DataFrame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import pandas as pd
df = pd.read_csv("sales_data.csv")
print(df)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874519"/>
          <a:ext cx="5349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6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Order_ID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Date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Customer_Age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Gender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Region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Product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Category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Quantity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Unit_Price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Sales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Rating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ORD1001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2026-02-08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54193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216772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ORD1002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2026-03-29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48.0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58447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175341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ORD1003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2026-01-17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Smart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8720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26160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ORD1004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2026-02-09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Pune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Smart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8410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25230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63037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 err="1">
                <a:solidFill>
                  <a:srgbClr val="1E8C50"/>
                </a:solidFill>
                <a:latin typeface="Aptos"/>
              </a:rPr>
              <a:t>df</a:t>
            </a:r>
            <a:r>
              <a:rPr sz="1800" b="1" dirty="0">
                <a:solidFill>
                  <a:srgbClr val="1E8C50"/>
                </a:solidFill>
                <a:latin typeface="Aptos"/>
              </a:rPr>
              <a:t> is now our </a:t>
            </a:r>
            <a:r>
              <a:rPr sz="1800" b="1" dirty="0" err="1">
                <a:solidFill>
                  <a:srgbClr val="1E8C50"/>
                </a:solidFill>
                <a:latin typeface="Aptos"/>
              </a:rPr>
              <a:t>DataFrame</a:t>
            </a:r>
            <a:r>
              <a:rPr sz="1800" b="1" dirty="0">
                <a:solidFill>
                  <a:srgbClr val="1E8C50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3/20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head() and tail()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Quickly look at the first or last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print(df.head())       # first 5 rows
print(df.head(3))      # first 3 rows
print(df.tail())       # last 5 rows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828800"/>
          <a:ext cx="5349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62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6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Order_ID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Date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Customer_Age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Gender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Region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Product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Category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Quantity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Unit_Price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Sales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Rating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ORD1001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2026-02-08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54193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216772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ORD1002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2026-03-29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48.0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58447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175341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ORD1003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2026-01-17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Smart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8720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26160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ORD1004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2026-02-09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Pune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Smart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8410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25230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ORD1005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2026-01-15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Bangalore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Smart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9284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46420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5440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8C50"/>
                </a:solidFill>
                <a:latin typeface="Aptos"/>
              </a:rPr>
              <a:t>Use this immediately after reading the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4/20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shape and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Know dataset size and available column names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print(df.shape)
print(df.columns)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Your dataset shape is (122, 11): 122 rows and 11 columns.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shape returns (rows, columns).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columns shows all column names.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39896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Useful before selecting columns for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5/20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info()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Check columns, data types and missing-value 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df.info()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info() gives a quick health check of the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Customer_Age → float64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Gender / Region / Product / Category → 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39896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Quantity / Unit_Price / Sales → int64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361688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Date currently loads as object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6/20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describe()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Understand numerical columns using summary statistics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print(df.describe())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783080"/>
          <a:ext cx="544068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index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Customer_Age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Quantity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Sales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ptos"/>
                        </a:rPr>
                        <a:t>Rating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122.0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122.0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120.0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38.07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80500.54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12.21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78866.85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3226.0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26.25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19410.0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51881.0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48.0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109752.5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96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295085.0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latin typeface="Aptos"/>
                        </a:rPr>
                        <a:t>5.0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58704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8C50"/>
                </a:solidFill>
                <a:latin typeface="Aptos"/>
              </a:rPr>
              <a:t>count, mean, std, min, 25%, 50%, 75%, max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7/20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dtypes and Date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Check data types and convert Date correctly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print(df.dtypes)
# Convert Date from object to datetime
df['Date'] = pd.to_datetime(df['Date'])
print(df['Date'].dtype)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dtypes shows the type of every column.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Numbers may be int64 or float64.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Text columns usually appear as object.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39896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Dates should be converted to datetime before time-based graphs.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8/20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isna().sum()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Count missing values in every column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print(df.isna().sum())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783080"/>
          <a:ext cx="4572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Column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Missing Values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Order_ID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Customer_Age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Unit_Price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6080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8C50"/>
                </a:solidFill>
                <a:latin typeface="Aptos"/>
              </a:rPr>
              <a:t>0 = no missing values in that column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9/20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fillna() and dropna()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Two common ways to handle missing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# Numerical example
df['Customer_Age'] = df['Customer_Age'].fillna(
    df['Customer_Age'].mean()
)
# Remove rows containing missing values
# df = df.dropna()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fillna() replaces missing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mean() is commonly used for numerical examples.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mode()[0] can be used for categorical columns.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39896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dropna() removes rows containing null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361688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Choose the method based on the problem—not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10/20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Selecting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Pick only the columns you need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# One column
print(df['Sales'])
# Multiple columns
print(df[['Product', 'Category', 'Sales']])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874519"/>
          <a:ext cx="4572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Product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Category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Sales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216772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175341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Smart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26160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Smart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25230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Smart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46420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Smart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28803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5486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E8C50"/>
                </a:solidFill>
                <a:latin typeface="Aptos"/>
              </a:rPr>
              <a:t>One column → [ ]   |   Multiple columns → [[ ]]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11/20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Filtering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Get only rows that match a condition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high_sales = df[df['Sales'] &gt; 100000]
print(high_sales)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1828800"/>
          <a:ext cx="47091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Product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Region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Sales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216772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175341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Tablet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107025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Pune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242485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Pune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114444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227112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Condition returns True/False for every 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Only True rows are kept.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Useful for questions like high sales, age &gt; 40, or a specific region.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12/20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Multiple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Use &amp; for AND and | for 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result = df[
    (df['Region'] == 'Chennai') &amp;
    (df['Sales'] &gt; 100000)
]
print(result)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4754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Region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Product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Sales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216772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175341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Tablet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107025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227112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100614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Chennai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112140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&amp; means both conditions must be True.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| means at least one condition can be True.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Put each condition inside parentheses.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13/20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sort_values()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Arrange rows from low-to-high or high-to-low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sorted_df = df.sort_values(
    'Sales',
    ascending=False
)
print(sorted_df.head())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1828800"/>
          <a:ext cx="46634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Product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Category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Sales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295085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281180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275935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262480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260735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260350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ascending=True → smallest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ascending=False → largest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Very useful for finding top sales/products before plotting.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14/20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value_counts()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Count how many times each category appears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print(df['Category'].value_counts())
print(df['Region'].value_counts())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29400" y="1828800"/>
          <a:ext cx="42976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Category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Count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Mobiles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Best for categorical columns.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Answers: How many orders belong to each category?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Directly useful for bar charts and pie charts.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15/20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unique() and nunique()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See category values and count distinct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print(df['Product'].unique())
print(df['Product'].nunique())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Products in this dataset include: Laptop, Smart Watch, Tablet, Mobile, Headphones...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unique() returns the distinct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nunique() returns how many distinct values exist.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39896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Useful before encoding categorical columns.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16/20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groupby()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Combine rows that belong to the same category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category_sales = df.groupby('Category')['Sales'].sum()
print(category_sales)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828800"/>
          <a:ext cx="4572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5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Category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Sales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1002055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6947748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Mobiles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1871263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groupby('Category') creates one group per category.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['Sales'] selects the Sales column.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sum() adds Sales inside each group.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39896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This result is perfect for a bar chart.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17/20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Aggregation: sum(), mean(), min(), max()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Summarize numerical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print(df['Sales'].sum())
print(df['Sales'].mean())
print(df['Sales'].min())
print(df['Sales'].max())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Total Sales = 9,821,066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Average Sales = 80,500.54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Minimum Sales = 3,226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39896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Maximum Sales = 295,085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361688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These methods are also used after groupby().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18/20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Create a New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Build a new feature from existing columns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df['Calculated_Sales'] = (
    df['Quantity'] * df['Unit_Price']
)
print(df[['Quantity','Unit_Price','Calculated_Sales']].head())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4754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Quantity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Unit_Price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ptos"/>
                        </a:rPr>
                        <a:t>Calculated_Sales</a:t>
                      </a:r>
                    </a:p>
                  </a:txBody>
                  <a:tcPr>
                    <a:solidFill>
                      <a:srgbClr val="CFE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54193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216772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58447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175341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8720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26160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8410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25230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9284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46420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9601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Aptos"/>
                        </a:rPr>
                        <a:t>28803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New columns can be calculated from existing columns.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This is a simple feature-engineering idea.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Always verify whether the calculated business meaning matches your dataset.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19/20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drop() and rename()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Remove unwanted columns or give clearer names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# Drop a column
new_df = df.drop('Rating', axis=1)
# Rename a column
new_df = df.rename(columns={
    'Customer_Age': 'Age'
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axis=1 means column.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axis=0 means 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drop() removes selected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39896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rename() changes labels without changing the underlying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361688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Use meaningful column names before analysis.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20/20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54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Save the Cleaned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A646E"/>
                </a:solidFill>
                <a:latin typeface="Aptos"/>
              </a:rPr>
              <a:t>Write the processed DataFrame back to a 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12080" cy="4434840"/>
          </a:xfrm>
          <a:prstGeom prst="roundRect">
            <a:avLst/>
          </a:prstGeom>
          <a:solidFill>
            <a:srgbClr val="1C2634"/>
          </a:solidFill>
          <a:ln w="15240">
            <a:solidFill>
              <a:srgbClr val="1C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df.to_csv(
    'cleaned_sales_data.csv',
    index=False
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5394960" cy="4480560"/>
          </a:xfrm>
          <a:prstGeom prst="roundRect">
            <a:avLst/>
          </a:prstGeom>
          <a:solidFill>
            <a:srgbClr val="FFF8DC"/>
          </a:solidFill>
          <a:ln w="15240">
            <a:solidFill>
              <a:srgbClr val="EB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to_csv() saves the DataFrame as a CSV 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9631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index=False prevents Pandas from writing the row index as an extra column.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18104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Now the cleaned file can be reused for visualization or ML.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39896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634"/>
                </a:solidFill>
                <a:latin typeface="Aptos"/>
              </a:rPr>
              <a:t>✓  Next step: Bar, Histogram, Pie, Scatter, Box and Line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1720</Words>
  <Application>Microsoft Office PowerPoint</Application>
  <PresentationFormat>Widescreen</PresentationFormat>
  <Paragraphs>455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Krishna Vejju</cp:lastModifiedBy>
  <cp:revision>2</cp:revision>
  <dcterms:created xsi:type="dcterms:W3CDTF">2013-01-27T09:14:16Z</dcterms:created>
  <dcterms:modified xsi:type="dcterms:W3CDTF">2026-09-30T02:05:44Z</dcterms:modified>
  <cp:category/>
</cp:coreProperties>
</file>